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926" y="1753615"/>
            <a:ext cx="424243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0913" y="59182"/>
            <a:ext cx="11390172" cy="795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83950" y="6449170"/>
            <a:ext cx="2597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96117" y="4618948"/>
            <a:ext cx="429350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Batch No: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Names of Batch Members (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Reg. No.) :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5999" y="4618948"/>
            <a:ext cx="5982378" cy="145039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Under the guidance of: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Dr.</a:t>
            </a:r>
            <a:r>
              <a:rPr b="1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V</a:t>
            </a:r>
            <a:r>
              <a:rPr b="1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Lakshmi</a:t>
            </a:r>
            <a:r>
              <a:rPr b="1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chemeClr val="tx1"/>
                </a:solidFill>
                <a:latin typeface="Times New Roman"/>
                <a:cs typeface="Times New Roman"/>
              </a:rPr>
              <a:t>Chetana</a:t>
            </a:r>
            <a:endParaRPr lang="en-US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10"/>
              </a:spcBef>
            </a:pP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	Assistant</a:t>
            </a:r>
            <a:r>
              <a:rPr lang="en-US" sz="1800" b="1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Professor</a:t>
            </a:r>
            <a:r>
              <a:rPr lang="en-US" sz="1800" b="1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(Sl.</a:t>
            </a:r>
            <a:r>
              <a:rPr lang="en-US" sz="1800" b="1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Gr.)</a:t>
            </a:r>
            <a:endParaRPr lang="en-US"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	Department of Computer Science and Engineering,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	School of Computing</a:t>
            </a: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4292" y="4814696"/>
            <a:ext cx="274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grpSp>
        <p:nvGrpSpPr>
          <p:cNvPr id="10" name="Google Shape;91;p1">
            <a:extLst>
              <a:ext uri="{FF2B5EF4-FFF2-40B4-BE49-F238E27FC236}">
                <a16:creationId xmlns:a16="http://schemas.microsoft.com/office/drawing/2014/main" id="{AE640556-CF11-EB18-5863-62CCFE2CAF90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11" name="Google Shape;92;p1">
              <a:extLst>
                <a:ext uri="{FF2B5EF4-FFF2-40B4-BE49-F238E27FC236}">
                  <a16:creationId xmlns:a16="http://schemas.microsoft.com/office/drawing/2014/main" id="{0D582E0F-A53F-F6EF-77A9-718BBC254DE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93;p1">
              <a:extLst>
                <a:ext uri="{FF2B5EF4-FFF2-40B4-BE49-F238E27FC236}">
                  <a16:creationId xmlns:a16="http://schemas.microsoft.com/office/drawing/2014/main" id="{D740D307-06E2-1E08-9835-FEAE7B0572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94;p1">
              <a:extLst>
                <a:ext uri="{FF2B5EF4-FFF2-40B4-BE49-F238E27FC236}">
                  <a16:creationId xmlns:a16="http://schemas.microsoft.com/office/drawing/2014/main" id="{B7FB8DDB-44E7-0050-A75B-02B9BC41144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49" name="Graphic 1">
            <a:extLst>
              <a:ext uri="{FF2B5EF4-FFF2-40B4-BE49-F238E27FC236}">
                <a16:creationId xmlns:a16="http://schemas.microsoft.com/office/drawing/2014/main" id="{048D7681-75E6-57CF-A7AF-F16379489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5" b="-496"/>
          <a:stretch>
            <a:fillRect/>
          </a:stretch>
        </p:blipFill>
        <p:spPr bwMode="auto">
          <a:xfrm>
            <a:off x="2897801" y="355456"/>
            <a:ext cx="5982378" cy="132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91B15839-8029-3F68-84EA-A0C0B473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690" y="1489838"/>
            <a:ext cx="5562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______________________________________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AMARAVATI CAMPUS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342F9-C67C-DE0B-C208-1B86AE4E318D}"/>
              </a:ext>
            </a:extLst>
          </p:cNvPr>
          <p:cNvSpPr txBox="1"/>
          <p:nvPr/>
        </p:nvSpPr>
        <p:spPr>
          <a:xfrm>
            <a:off x="1600200" y="3048000"/>
            <a:ext cx="9448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Tentative Title: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054" y="158505"/>
            <a:ext cx="113901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>
                <a:solidFill>
                  <a:srgbClr val="3E3E3E"/>
                </a:solidFill>
              </a:rPr>
              <a:t>Agenda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02096" y="695571"/>
            <a:ext cx="11267401" cy="5768887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(About the topic)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Work 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work (Clearly state the goals of the project)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r>
              <a:rPr lang="en-US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key existing works in your domain and identify gaps in those works)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1319213" lvl="8" indent="-455613">
              <a:spcBef>
                <a:spcPts val="1305"/>
              </a:spcBef>
              <a:buFont typeface="Wingdings"/>
              <a:buChar char=""/>
              <a:tabLst>
                <a:tab pos="1198563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approach used </a:t>
            </a:r>
          </a:p>
          <a:p>
            <a:pPr marL="1319213" lvl="1" indent="-455613">
              <a:spcBef>
                <a:spcPts val="1305"/>
              </a:spcBef>
              <a:buFont typeface="Wingdings"/>
              <a:buChar char=""/>
              <a:tabLst>
                <a:tab pos="1319213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or system architecture (Draw architecture diagram)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of the Dataset used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Results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61429E26-2850-D401-C0BA-EA2EBF40AA66}"/>
              </a:ext>
            </a:extLst>
          </p:cNvPr>
          <p:cNvGrpSpPr/>
          <p:nvPr/>
        </p:nvGrpSpPr>
        <p:grpSpPr>
          <a:xfrm>
            <a:off x="54965" y="6441939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0F1D4765-5974-AD5D-46B9-3CC17BE84C1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E0B71BDD-65FF-65C5-3C32-24C5D62F39A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8C0778C-9DEC-51D7-206A-B139E621244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6F67-8B0C-01D7-F3DC-BFDA959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369332"/>
          </a:xfrm>
        </p:spPr>
        <p:txBody>
          <a:bodyPr/>
          <a:lstStyle/>
          <a:p>
            <a:pPr algn="ctr"/>
            <a:r>
              <a:rPr lang="en-US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221721-0164-DC2E-4AAF-C3BE76F3D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582798"/>
              </p:ext>
            </p:extLst>
          </p:nvPr>
        </p:nvGraphicFramePr>
        <p:xfrm>
          <a:off x="1143000" y="1981200"/>
          <a:ext cx="1021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81285266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4712973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159107924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10941511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4023543657"/>
                    </a:ext>
                  </a:extLst>
                </a:gridCol>
              </a:tblGrid>
              <a:tr h="1514650"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 of existing work / Research 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53042"/>
                  </a:ext>
                </a:extLst>
              </a:tr>
              <a:tr h="614275">
                <a:tc>
                  <a:txBody>
                    <a:bodyPr/>
                    <a:lstStyle/>
                    <a:p>
                      <a:r>
                        <a:rPr lang="en-US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124716"/>
                  </a:ext>
                </a:extLst>
              </a:tr>
              <a:tr h="614275">
                <a:tc>
                  <a:txBody>
                    <a:bodyPr/>
                    <a:lstStyle/>
                    <a:p>
                      <a:r>
                        <a:rPr lang="en-US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616165"/>
                  </a:ext>
                </a:extLst>
              </a:tr>
            </a:tbl>
          </a:graphicData>
        </a:graphic>
      </p:graphicFrame>
      <p:grpSp>
        <p:nvGrpSpPr>
          <p:cNvPr id="3" name="Google Shape;91;p1">
            <a:extLst>
              <a:ext uri="{FF2B5EF4-FFF2-40B4-BE49-F238E27FC236}">
                <a16:creationId xmlns:a16="http://schemas.microsoft.com/office/drawing/2014/main" id="{3B87E95A-9925-8BB8-8783-3EAFB0B074DE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5" name="Google Shape;92;p1">
              <a:extLst>
                <a:ext uri="{FF2B5EF4-FFF2-40B4-BE49-F238E27FC236}">
                  <a16:creationId xmlns:a16="http://schemas.microsoft.com/office/drawing/2014/main" id="{B908923B-10B2-0D68-9693-C11755AE6E1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93;p1">
              <a:extLst>
                <a:ext uri="{FF2B5EF4-FFF2-40B4-BE49-F238E27FC236}">
                  <a16:creationId xmlns:a16="http://schemas.microsoft.com/office/drawing/2014/main" id="{11C1245C-467E-9FDC-DB03-77E03CBFB57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4;p1">
              <a:extLst>
                <a:ext uri="{FF2B5EF4-FFF2-40B4-BE49-F238E27FC236}">
                  <a16:creationId xmlns:a16="http://schemas.microsoft.com/office/drawing/2014/main" id="{0B4CAC74-C81C-C0D7-3321-9040035DDA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28792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144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Times New Roman</vt:lpstr>
      <vt:lpstr>Wingdings</vt:lpstr>
      <vt:lpstr>Office Theme</vt:lpstr>
      <vt:lpstr>PowerPoint Presentation</vt:lpstr>
      <vt:lpstr>Agenda</vt:lpstr>
      <vt:lpstr>Literature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Lakshmi Chetana V</cp:lastModifiedBy>
  <cp:revision>12</cp:revision>
  <dcterms:created xsi:type="dcterms:W3CDTF">2025-02-14T23:17:08Z</dcterms:created>
  <dcterms:modified xsi:type="dcterms:W3CDTF">2025-03-21T17:35:17Z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2025-02-14T00:00:00Z</vt:filetime>
  </property>
  <property fmtid="{D5CDD505-2E9C-101B-9397-08002B2CF9AE}" pid="5" name="Producer">
    <vt:lpwstr>www.ilovepdf.com</vt:lpwstr>
  </property>
</Properties>
</file>